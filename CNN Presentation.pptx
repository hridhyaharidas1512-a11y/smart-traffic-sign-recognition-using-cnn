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530" r:id="rId5"/>
    <p:sldId id="531" r:id="rId6"/>
    <p:sldId id="533" r:id="rId7"/>
    <p:sldId id="534" r:id="rId8"/>
    <p:sldId id="545" r:id="rId9"/>
    <p:sldId id="548" r:id="rId10"/>
    <p:sldId id="547" r:id="rId11"/>
    <p:sldId id="549" r:id="rId12"/>
    <p:sldId id="550" r:id="rId13"/>
    <p:sldId id="551" r:id="rId14"/>
    <p:sldId id="553" r:id="rId15"/>
    <p:sldId id="554" r:id="rId16"/>
    <p:sldId id="555" r:id="rId17"/>
    <p:sldId id="556" r:id="rId18"/>
    <p:sldId id="55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35AA6A-26A0-4C51-8C35-20457CB2204F}" v="11" dt="2025-11-27T16:52:17.016"/>
    <p1510:client id="{D8FF1E1D-545E-4670-BD93-12EBBEBF6320}" v="858" dt="2025-11-27T16:40:18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422"/>
  </p:normalViewPr>
  <p:slideViewPr>
    <p:cSldViewPr snapToGrid="0">
      <p:cViewPr varScale="1">
        <p:scale>
          <a:sx n="78" d="100"/>
          <a:sy n="78" d="100"/>
        </p:scale>
        <p:origin x="8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9B3534-98B5-4D83-BA84-B4620FBA99F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F5C14D3-CF2C-45DC-96F7-45890B794C24}">
      <dgm:prSet/>
      <dgm:spPr/>
      <dgm:t>
        <a:bodyPr/>
        <a:lstStyle/>
        <a:p>
          <a:r>
            <a:rPr lang="en-US" b="1"/>
            <a:t>Objective</a:t>
          </a:r>
          <a:r>
            <a:rPr lang="en-US"/>
            <a:t>: Build a convolutional Neural Network to classify road signs.</a:t>
          </a:r>
        </a:p>
      </dgm:t>
    </dgm:pt>
    <dgm:pt modelId="{3B6AE106-2447-4189-B350-443A1BC2A988}" type="parTrans" cxnId="{C5475397-919E-420D-88CB-EB9D33F4F6E0}">
      <dgm:prSet/>
      <dgm:spPr/>
      <dgm:t>
        <a:bodyPr/>
        <a:lstStyle/>
        <a:p>
          <a:endParaRPr lang="en-US"/>
        </a:p>
      </dgm:t>
    </dgm:pt>
    <dgm:pt modelId="{C11E5E31-90C6-4BF7-930A-A34925E14ED7}" type="sibTrans" cxnId="{C5475397-919E-420D-88CB-EB9D33F4F6E0}">
      <dgm:prSet/>
      <dgm:spPr/>
      <dgm:t>
        <a:bodyPr/>
        <a:lstStyle/>
        <a:p>
          <a:endParaRPr lang="en-US"/>
        </a:p>
      </dgm:t>
    </dgm:pt>
    <dgm:pt modelId="{BC28D021-DAF6-4429-BFE8-3A8F9B9EFE94}">
      <dgm:prSet/>
      <dgm:spPr/>
      <dgm:t>
        <a:bodyPr/>
        <a:lstStyle/>
        <a:p>
          <a:r>
            <a:rPr lang="en-US"/>
            <a:t>Approach : Data preprocessing &gt;CNN Model &gt;Evaluation &gt;Streamlit UI</a:t>
          </a:r>
        </a:p>
      </dgm:t>
    </dgm:pt>
    <dgm:pt modelId="{FAE6438A-76A8-47D0-B1A9-81D27F72D6E5}" type="parTrans" cxnId="{063C2A58-9D08-4B17-A901-602186FD4669}">
      <dgm:prSet/>
      <dgm:spPr/>
      <dgm:t>
        <a:bodyPr/>
        <a:lstStyle/>
        <a:p>
          <a:endParaRPr lang="en-US"/>
        </a:p>
      </dgm:t>
    </dgm:pt>
    <dgm:pt modelId="{DD581A66-3B1E-4638-A29A-E87799107193}" type="sibTrans" cxnId="{063C2A58-9D08-4B17-A901-602186FD4669}">
      <dgm:prSet/>
      <dgm:spPr/>
      <dgm:t>
        <a:bodyPr/>
        <a:lstStyle/>
        <a:p>
          <a:endParaRPr lang="en-US"/>
        </a:p>
      </dgm:t>
    </dgm:pt>
    <dgm:pt modelId="{82DC224B-62E4-44F6-B6D2-59C21730FF68}" type="pres">
      <dgm:prSet presAssocID="{319B3534-98B5-4D83-BA84-B4620FBA99F6}" presName="outerComposite" presStyleCnt="0">
        <dgm:presLayoutVars>
          <dgm:chMax val="5"/>
          <dgm:dir/>
          <dgm:resizeHandles val="exact"/>
        </dgm:presLayoutVars>
      </dgm:prSet>
      <dgm:spPr/>
    </dgm:pt>
    <dgm:pt modelId="{928F99EE-D5C5-4C29-86B0-2E3DB9853215}" type="pres">
      <dgm:prSet presAssocID="{319B3534-98B5-4D83-BA84-B4620FBA99F6}" presName="dummyMaxCanvas" presStyleCnt="0">
        <dgm:presLayoutVars/>
      </dgm:prSet>
      <dgm:spPr/>
    </dgm:pt>
    <dgm:pt modelId="{4AA6CB32-18D5-4468-8A1B-A2725AB2633F}" type="pres">
      <dgm:prSet presAssocID="{319B3534-98B5-4D83-BA84-B4620FBA99F6}" presName="TwoNodes_1" presStyleLbl="node1" presStyleIdx="0" presStyleCnt="2">
        <dgm:presLayoutVars>
          <dgm:bulletEnabled val="1"/>
        </dgm:presLayoutVars>
      </dgm:prSet>
      <dgm:spPr/>
    </dgm:pt>
    <dgm:pt modelId="{C7ABCFF2-E58C-4498-8CAC-D59D40E11981}" type="pres">
      <dgm:prSet presAssocID="{319B3534-98B5-4D83-BA84-B4620FBA99F6}" presName="TwoNodes_2" presStyleLbl="node1" presStyleIdx="1" presStyleCnt="2">
        <dgm:presLayoutVars>
          <dgm:bulletEnabled val="1"/>
        </dgm:presLayoutVars>
      </dgm:prSet>
      <dgm:spPr/>
    </dgm:pt>
    <dgm:pt modelId="{F8159B0F-BA87-4045-8BDF-502D65DDF428}" type="pres">
      <dgm:prSet presAssocID="{319B3534-98B5-4D83-BA84-B4620FBA99F6}" presName="TwoConn_1-2" presStyleLbl="fgAccFollowNode1" presStyleIdx="0" presStyleCnt="1">
        <dgm:presLayoutVars>
          <dgm:bulletEnabled val="1"/>
        </dgm:presLayoutVars>
      </dgm:prSet>
      <dgm:spPr/>
    </dgm:pt>
    <dgm:pt modelId="{D726182C-8E41-438E-81A1-D9038A5E5B77}" type="pres">
      <dgm:prSet presAssocID="{319B3534-98B5-4D83-BA84-B4620FBA99F6}" presName="TwoNodes_1_text" presStyleLbl="node1" presStyleIdx="1" presStyleCnt="2">
        <dgm:presLayoutVars>
          <dgm:bulletEnabled val="1"/>
        </dgm:presLayoutVars>
      </dgm:prSet>
      <dgm:spPr/>
    </dgm:pt>
    <dgm:pt modelId="{CC849140-2334-49C6-9CFE-08780054DA5A}" type="pres">
      <dgm:prSet presAssocID="{319B3534-98B5-4D83-BA84-B4620FBA99F6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197AD403-B2F3-45E0-BDEF-668C9DBFE760}" type="presOf" srcId="{DF5C14D3-CF2C-45DC-96F7-45890B794C24}" destId="{4AA6CB32-18D5-4468-8A1B-A2725AB2633F}" srcOrd="0" destOrd="0" presId="urn:microsoft.com/office/officeart/2005/8/layout/vProcess5"/>
    <dgm:cxn modelId="{BF13E463-81F4-4793-86AE-A176CEE346C1}" type="presOf" srcId="{DF5C14D3-CF2C-45DC-96F7-45890B794C24}" destId="{D726182C-8E41-438E-81A1-D9038A5E5B77}" srcOrd="1" destOrd="0" presId="urn:microsoft.com/office/officeart/2005/8/layout/vProcess5"/>
    <dgm:cxn modelId="{DA08DD67-3B88-45FA-8A84-747D3D3692DA}" type="presOf" srcId="{BC28D021-DAF6-4429-BFE8-3A8F9B9EFE94}" destId="{C7ABCFF2-E58C-4498-8CAC-D59D40E11981}" srcOrd="0" destOrd="0" presId="urn:microsoft.com/office/officeart/2005/8/layout/vProcess5"/>
    <dgm:cxn modelId="{BDB0C077-BD68-4EA0-B7FA-CC38413D1702}" type="presOf" srcId="{BC28D021-DAF6-4429-BFE8-3A8F9B9EFE94}" destId="{CC849140-2334-49C6-9CFE-08780054DA5A}" srcOrd="1" destOrd="0" presId="urn:microsoft.com/office/officeart/2005/8/layout/vProcess5"/>
    <dgm:cxn modelId="{063C2A58-9D08-4B17-A901-602186FD4669}" srcId="{319B3534-98B5-4D83-BA84-B4620FBA99F6}" destId="{BC28D021-DAF6-4429-BFE8-3A8F9B9EFE94}" srcOrd="1" destOrd="0" parTransId="{FAE6438A-76A8-47D0-B1A9-81D27F72D6E5}" sibTransId="{DD581A66-3B1E-4638-A29A-E87799107193}"/>
    <dgm:cxn modelId="{B1C45291-78B9-440D-99DD-80572612B99A}" type="presOf" srcId="{C11E5E31-90C6-4BF7-930A-A34925E14ED7}" destId="{F8159B0F-BA87-4045-8BDF-502D65DDF428}" srcOrd="0" destOrd="0" presId="urn:microsoft.com/office/officeart/2005/8/layout/vProcess5"/>
    <dgm:cxn modelId="{C5475397-919E-420D-88CB-EB9D33F4F6E0}" srcId="{319B3534-98B5-4D83-BA84-B4620FBA99F6}" destId="{DF5C14D3-CF2C-45DC-96F7-45890B794C24}" srcOrd="0" destOrd="0" parTransId="{3B6AE106-2447-4189-B350-443A1BC2A988}" sibTransId="{C11E5E31-90C6-4BF7-930A-A34925E14ED7}"/>
    <dgm:cxn modelId="{1F3507A7-2661-436E-A657-78A6F489251B}" type="presOf" srcId="{319B3534-98B5-4D83-BA84-B4620FBA99F6}" destId="{82DC224B-62E4-44F6-B6D2-59C21730FF68}" srcOrd="0" destOrd="0" presId="urn:microsoft.com/office/officeart/2005/8/layout/vProcess5"/>
    <dgm:cxn modelId="{FCD7445C-D747-4DEA-B8FE-BEFABCE9D563}" type="presParOf" srcId="{82DC224B-62E4-44F6-B6D2-59C21730FF68}" destId="{928F99EE-D5C5-4C29-86B0-2E3DB9853215}" srcOrd="0" destOrd="0" presId="urn:microsoft.com/office/officeart/2005/8/layout/vProcess5"/>
    <dgm:cxn modelId="{CFD8F589-D076-45A3-B495-B5502F26EA4F}" type="presParOf" srcId="{82DC224B-62E4-44F6-B6D2-59C21730FF68}" destId="{4AA6CB32-18D5-4468-8A1B-A2725AB2633F}" srcOrd="1" destOrd="0" presId="urn:microsoft.com/office/officeart/2005/8/layout/vProcess5"/>
    <dgm:cxn modelId="{17253699-99C2-4479-90C7-DAC85144FBF3}" type="presParOf" srcId="{82DC224B-62E4-44F6-B6D2-59C21730FF68}" destId="{C7ABCFF2-E58C-4498-8CAC-D59D40E11981}" srcOrd="2" destOrd="0" presId="urn:microsoft.com/office/officeart/2005/8/layout/vProcess5"/>
    <dgm:cxn modelId="{1D87778D-7795-42FF-8EC5-6895612FC8DE}" type="presParOf" srcId="{82DC224B-62E4-44F6-B6D2-59C21730FF68}" destId="{F8159B0F-BA87-4045-8BDF-502D65DDF428}" srcOrd="3" destOrd="0" presId="urn:microsoft.com/office/officeart/2005/8/layout/vProcess5"/>
    <dgm:cxn modelId="{BD4CDCF0-0D2B-4389-A384-782C3AF92B90}" type="presParOf" srcId="{82DC224B-62E4-44F6-B6D2-59C21730FF68}" destId="{D726182C-8E41-438E-81A1-D9038A5E5B77}" srcOrd="4" destOrd="0" presId="urn:microsoft.com/office/officeart/2005/8/layout/vProcess5"/>
    <dgm:cxn modelId="{949267BC-94DE-4E57-8C00-D9BFF96A17E5}" type="presParOf" srcId="{82DC224B-62E4-44F6-B6D2-59C21730FF68}" destId="{CC849140-2334-49C6-9CFE-08780054DA5A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A6AE9D-E354-431F-A168-0C26EE464C5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0908640-816A-4731-A4D4-706AAC9760F4}">
      <dgm:prSet/>
      <dgm:spPr/>
      <dgm:t>
        <a:bodyPr/>
        <a:lstStyle/>
        <a:p>
          <a:r>
            <a:rPr lang="en-US"/>
            <a:t>DATA COLLECTION</a:t>
          </a:r>
        </a:p>
      </dgm:t>
    </dgm:pt>
    <dgm:pt modelId="{7C4D10D3-5CCB-4DC6-A927-439D1E9CA62A}" type="parTrans" cxnId="{FBFB2777-02A2-4B1D-9154-9E474CFA76E8}">
      <dgm:prSet/>
      <dgm:spPr/>
      <dgm:t>
        <a:bodyPr/>
        <a:lstStyle/>
        <a:p>
          <a:endParaRPr lang="en-US"/>
        </a:p>
      </dgm:t>
    </dgm:pt>
    <dgm:pt modelId="{2581848C-2E43-4FB6-B47A-9B90C2496C64}" type="sibTrans" cxnId="{FBFB2777-02A2-4B1D-9154-9E474CFA76E8}">
      <dgm:prSet/>
      <dgm:spPr/>
      <dgm:t>
        <a:bodyPr/>
        <a:lstStyle/>
        <a:p>
          <a:endParaRPr lang="en-US"/>
        </a:p>
      </dgm:t>
    </dgm:pt>
    <dgm:pt modelId="{C87D1C99-E736-49AC-B7C0-27B6B14030F8}">
      <dgm:prSet/>
      <dgm:spPr/>
      <dgm:t>
        <a:bodyPr/>
        <a:lstStyle/>
        <a:p>
          <a:r>
            <a:rPr lang="en-US"/>
            <a:t>DATA PREPROCESSING</a:t>
          </a:r>
        </a:p>
      </dgm:t>
    </dgm:pt>
    <dgm:pt modelId="{4073653B-EBED-402E-9A99-2CED13A5EC37}" type="parTrans" cxnId="{A4D0C8BC-CDA9-4504-8DC8-9460EB5725E5}">
      <dgm:prSet/>
      <dgm:spPr/>
      <dgm:t>
        <a:bodyPr/>
        <a:lstStyle/>
        <a:p>
          <a:endParaRPr lang="en-US"/>
        </a:p>
      </dgm:t>
    </dgm:pt>
    <dgm:pt modelId="{4159159C-EBA3-4AB3-BB84-4FB6AA47DC8D}" type="sibTrans" cxnId="{A4D0C8BC-CDA9-4504-8DC8-9460EB5725E5}">
      <dgm:prSet/>
      <dgm:spPr/>
      <dgm:t>
        <a:bodyPr/>
        <a:lstStyle/>
        <a:p>
          <a:endParaRPr lang="en-US"/>
        </a:p>
      </dgm:t>
    </dgm:pt>
    <dgm:pt modelId="{AA94C272-0E8D-4595-95E1-3D2BB696ED63}">
      <dgm:prSet/>
      <dgm:spPr/>
      <dgm:t>
        <a:bodyPr/>
        <a:lstStyle/>
        <a:p>
          <a:r>
            <a:rPr lang="en-US"/>
            <a:t>CNN MODEL</a:t>
          </a:r>
        </a:p>
      </dgm:t>
    </dgm:pt>
    <dgm:pt modelId="{B7BAD377-930C-44CB-B8FE-EE9C925ABB76}" type="parTrans" cxnId="{CACED613-F2BD-41E9-8B22-4E6006F6FCA3}">
      <dgm:prSet/>
      <dgm:spPr/>
      <dgm:t>
        <a:bodyPr/>
        <a:lstStyle/>
        <a:p>
          <a:endParaRPr lang="en-US"/>
        </a:p>
      </dgm:t>
    </dgm:pt>
    <dgm:pt modelId="{8EC0FECC-8D38-4523-8134-27F8C8AA7D88}" type="sibTrans" cxnId="{CACED613-F2BD-41E9-8B22-4E6006F6FCA3}">
      <dgm:prSet/>
      <dgm:spPr/>
      <dgm:t>
        <a:bodyPr/>
        <a:lstStyle/>
        <a:p>
          <a:endParaRPr lang="en-US"/>
        </a:p>
      </dgm:t>
    </dgm:pt>
    <dgm:pt modelId="{6BFED3CE-72E1-45B5-8C16-3B6989AA1934}">
      <dgm:prSet/>
      <dgm:spPr/>
      <dgm:t>
        <a:bodyPr/>
        <a:lstStyle/>
        <a:p>
          <a:r>
            <a:rPr lang="en-US"/>
            <a:t>TRAINING</a:t>
          </a:r>
        </a:p>
      </dgm:t>
    </dgm:pt>
    <dgm:pt modelId="{2970339F-CDB7-4DE8-B3D0-89E539906EC9}" type="parTrans" cxnId="{BDA9F330-FCBF-48E6-8C20-C19B6A66A1E7}">
      <dgm:prSet/>
      <dgm:spPr/>
      <dgm:t>
        <a:bodyPr/>
        <a:lstStyle/>
        <a:p>
          <a:endParaRPr lang="en-US"/>
        </a:p>
      </dgm:t>
    </dgm:pt>
    <dgm:pt modelId="{0E28728C-6D03-430E-91D2-17C7D0E09E33}" type="sibTrans" cxnId="{BDA9F330-FCBF-48E6-8C20-C19B6A66A1E7}">
      <dgm:prSet/>
      <dgm:spPr/>
      <dgm:t>
        <a:bodyPr/>
        <a:lstStyle/>
        <a:p>
          <a:endParaRPr lang="en-US"/>
        </a:p>
      </dgm:t>
    </dgm:pt>
    <dgm:pt modelId="{D39DBDF9-CA04-4E9B-A81B-3A113B88EFC5}">
      <dgm:prSet/>
      <dgm:spPr/>
      <dgm:t>
        <a:bodyPr/>
        <a:lstStyle/>
        <a:p>
          <a:r>
            <a:rPr lang="en-US"/>
            <a:t>EVALUATION</a:t>
          </a:r>
        </a:p>
      </dgm:t>
    </dgm:pt>
    <dgm:pt modelId="{E3F8A13D-9F33-4C76-950C-E3848088347B}" type="parTrans" cxnId="{4A114C5C-DC5B-47AD-896E-6043D7FDB8C9}">
      <dgm:prSet/>
      <dgm:spPr/>
      <dgm:t>
        <a:bodyPr/>
        <a:lstStyle/>
        <a:p>
          <a:endParaRPr lang="en-US"/>
        </a:p>
      </dgm:t>
    </dgm:pt>
    <dgm:pt modelId="{A15D4931-A3DF-4A80-9206-DB1B5779EE72}" type="sibTrans" cxnId="{4A114C5C-DC5B-47AD-896E-6043D7FDB8C9}">
      <dgm:prSet/>
      <dgm:spPr/>
      <dgm:t>
        <a:bodyPr/>
        <a:lstStyle/>
        <a:p>
          <a:endParaRPr lang="en-US"/>
        </a:p>
      </dgm:t>
    </dgm:pt>
    <dgm:pt modelId="{DF62336D-2C3E-4265-BFCD-3AFBEBDA91CE}">
      <dgm:prSet/>
      <dgm:spPr/>
      <dgm:t>
        <a:bodyPr/>
        <a:lstStyle/>
        <a:p>
          <a:r>
            <a:rPr lang="en-US"/>
            <a:t>STREAMLIT UL</a:t>
          </a:r>
        </a:p>
      </dgm:t>
    </dgm:pt>
    <dgm:pt modelId="{CF05BAA1-B1D9-4402-8B6E-4A19B82EEFAC}" type="parTrans" cxnId="{C1AA9F40-B6EE-47DD-AA4B-A12C4C873434}">
      <dgm:prSet/>
      <dgm:spPr/>
      <dgm:t>
        <a:bodyPr/>
        <a:lstStyle/>
        <a:p>
          <a:endParaRPr lang="en-US"/>
        </a:p>
      </dgm:t>
    </dgm:pt>
    <dgm:pt modelId="{E1827392-07EB-4660-9C02-F771BCAB0E35}" type="sibTrans" cxnId="{C1AA9F40-B6EE-47DD-AA4B-A12C4C873434}">
      <dgm:prSet/>
      <dgm:spPr/>
      <dgm:t>
        <a:bodyPr/>
        <a:lstStyle/>
        <a:p>
          <a:endParaRPr lang="en-US"/>
        </a:p>
      </dgm:t>
    </dgm:pt>
    <dgm:pt modelId="{F5B8C949-0634-4DC0-BA5B-007129F935A0}" type="pres">
      <dgm:prSet presAssocID="{5AA6AE9D-E354-431F-A168-0C26EE464C56}" presName="Name0" presStyleCnt="0">
        <dgm:presLayoutVars>
          <dgm:dir/>
          <dgm:resizeHandles val="exact"/>
        </dgm:presLayoutVars>
      </dgm:prSet>
      <dgm:spPr/>
    </dgm:pt>
    <dgm:pt modelId="{2A0D173A-0511-4470-A4DA-B0F91D2AA6BE}" type="pres">
      <dgm:prSet presAssocID="{B0908640-816A-4731-A4D4-706AAC9760F4}" presName="node" presStyleLbl="node1" presStyleIdx="0" presStyleCnt="6">
        <dgm:presLayoutVars>
          <dgm:bulletEnabled val="1"/>
        </dgm:presLayoutVars>
      </dgm:prSet>
      <dgm:spPr/>
    </dgm:pt>
    <dgm:pt modelId="{D7322304-FF2C-41C2-9822-44A4B81C971E}" type="pres">
      <dgm:prSet presAssocID="{2581848C-2E43-4FB6-B47A-9B90C2496C64}" presName="sibTrans" presStyleLbl="sibTrans1D1" presStyleIdx="0" presStyleCnt="5"/>
      <dgm:spPr/>
    </dgm:pt>
    <dgm:pt modelId="{12D2FAF3-F1CD-4D76-A0C3-E5B5BB18C8A6}" type="pres">
      <dgm:prSet presAssocID="{2581848C-2E43-4FB6-B47A-9B90C2496C64}" presName="connectorText" presStyleLbl="sibTrans1D1" presStyleIdx="0" presStyleCnt="5"/>
      <dgm:spPr/>
    </dgm:pt>
    <dgm:pt modelId="{071AD7D7-F435-4035-B821-29476AC32158}" type="pres">
      <dgm:prSet presAssocID="{C87D1C99-E736-49AC-B7C0-27B6B14030F8}" presName="node" presStyleLbl="node1" presStyleIdx="1" presStyleCnt="6">
        <dgm:presLayoutVars>
          <dgm:bulletEnabled val="1"/>
        </dgm:presLayoutVars>
      </dgm:prSet>
      <dgm:spPr/>
    </dgm:pt>
    <dgm:pt modelId="{C9DE45D2-0B0C-42EE-87FD-DE29C0653768}" type="pres">
      <dgm:prSet presAssocID="{4159159C-EBA3-4AB3-BB84-4FB6AA47DC8D}" presName="sibTrans" presStyleLbl="sibTrans1D1" presStyleIdx="1" presStyleCnt="5"/>
      <dgm:spPr/>
    </dgm:pt>
    <dgm:pt modelId="{F65C1ECE-5D2D-4CD1-92FD-ABB21F0E8D1D}" type="pres">
      <dgm:prSet presAssocID="{4159159C-EBA3-4AB3-BB84-4FB6AA47DC8D}" presName="connectorText" presStyleLbl="sibTrans1D1" presStyleIdx="1" presStyleCnt="5"/>
      <dgm:spPr/>
    </dgm:pt>
    <dgm:pt modelId="{D75A4CCC-88E7-42E7-A706-AE8598695A77}" type="pres">
      <dgm:prSet presAssocID="{AA94C272-0E8D-4595-95E1-3D2BB696ED63}" presName="node" presStyleLbl="node1" presStyleIdx="2" presStyleCnt="6">
        <dgm:presLayoutVars>
          <dgm:bulletEnabled val="1"/>
        </dgm:presLayoutVars>
      </dgm:prSet>
      <dgm:spPr/>
    </dgm:pt>
    <dgm:pt modelId="{0402915B-F9FF-4156-9247-90D424FBCB9E}" type="pres">
      <dgm:prSet presAssocID="{8EC0FECC-8D38-4523-8134-27F8C8AA7D88}" presName="sibTrans" presStyleLbl="sibTrans1D1" presStyleIdx="2" presStyleCnt="5"/>
      <dgm:spPr/>
    </dgm:pt>
    <dgm:pt modelId="{8FFB28DB-BD02-408C-821C-B6D684F42485}" type="pres">
      <dgm:prSet presAssocID="{8EC0FECC-8D38-4523-8134-27F8C8AA7D88}" presName="connectorText" presStyleLbl="sibTrans1D1" presStyleIdx="2" presStyleCnt="5"/>
      <dgm:spPr/>
    </dgm:pt>
    <dgm:pt modelId="{0B585F84-6B4D-4D93-AD1D-A56C48FB76C4}" type="pres">
      <dgm:prSet presAssocID="{6BFED3CE-72E1-45B5-8C16-3B6989AA1934}" presName="node" presStyleLbl="node1" presStyleIdx="3" presStyleCnt="6">
        <dgm:presLayoutVars>
          <dgm:bulletEnabled val="1"/>
        </dgm:presLayoutVars>
      </dgm:prSet>
      <dgm:spPr/>
    </dgm:pt>
    <dgm:pt modelId="{9653DEE6-50BB-492F-BFA8-1EC9C07198AB}" type="pres">
      <dgm:prSet presAssocID="{0E28728C-6D03-430E-91D2-17C7D0E09E33}" presName="sibTrans" presStyleLbl="sibTrans1D1" presStyleIdx="3" presStyleCnt="5"/>
      <dgm:spPr/>
    </dgm:pt>
    <dgm:pt modelId="{677C0F89-DD4F-47B5-A982-6CB577E13F93}" type="pres">
      <dgm:prSet presAssocID="{0E28728C-6D03-430E-91D2-17C7D0E09E33}" presName="connectorText" presStyleLbl="sibTrans1D1" presStyleIdx="3" presStyleCnt="5"/>
      <dgm:spPr/>
    </dgm:pt>
    <dgm:pt modelId="{736A0256-0C3B-4C92-B5E3-4D09791BE29E}" type="pres">
      <dgm:prSet presAssocID="{D39DBDF9-CA04-4E9B-A81B-3A113B88EFC5}" presName="node" presStyleLbl="node1" presStyleIdx="4" presStyleCnt="6">
        <dgm:presLayoutVars>
          <dgm:bulletEnabled val="1"/>
        </dgm:presLayoutVars>
      </dgm:prSet>
      <dgm:spPr/>
    </dgm:pt>
    <dgm:pt modelId="{BCE005A7-6A87-45DC-B8BE-2A37FF4222F2}" type="pres">
      <dgm:prSet presAssocID="{A15D4931-A3DF-4A80-9206-DB1B5779EE72}" presName="sibTrans" presStyleLbl="sibTrans1D1" presStyleIdx="4" presStyleCnt="5"/>
      <dgm:spPr/>
    </dgm:pt>
    <dgm:pt modelId="{066416DF-1EE7-49B0-9BEC-C72F8D9AF3AD}" type="pres">
      <dgm:prSet presAssocID="{A15D4931-A3DF-4A80-9206-DB1B5779EE72}" presName="connectorText" presStyleLbl="sibTrans1D1" presStyleIdx="4" presStyleCnt="5"/>
      <dgm:spPr/>
    </dgm:pt>
    <dgm:pt modelId="{E9BF9280-4F32-43E0-8389-8CAA301C61EA}" type="pres">
      <dgm:prSet presAssocID="{DF62336D-2C3E-4265-BFCD-3AFBEBDA91CE}" presName="node" presStyleLbl="node1" presStyleIdx="5" presStyleCnt="6">
        <dgm:presLayoutVars>
          <dgm:bulletEnabled val="1"/>
        </dgm:presLayoutVars>
      </dgm:prSet>
      <dgm:spPr/>
    </dgm:pt>
  </dgm:ptLst>
  <dgm:cxnLst>
    <dgm:cxn modelId="{720ABA06-1B7A-4B56-A196-DAF660EC0D7C}" type="presOf" srcId="{DF62336D-2C3E-4265-BFCD-3AFBEBDA91CE}" destId="{E9BF9280-4F32-43E0-8389-8CAA301C61EA}" srcOrd="0" destOrd="0" presId="urn:microsoft.com/office/officeart/2016/7/layout/RepeatingBendingProcessNew"/>
    <dgm:cxn modelId="{904C0F0D-0CA3-4F76-A29B-C1FE7D14B36F}" type="presOf" srcId="{4159159C-EBA3-4AB3-BB84-4FB6AA47DC8D}" destId="{C9DE45D2-0B0C-42EE-87FD-DE29C0653768}" srcOrd="0" destOrd="0" presId="urn:microsoft.com/office/officeart/2016/7/layout/RepeatingBendingProcessNew"/>
    <dgm:cxn modelId="{CACED613-F2BD-41E9-8B22-4E6006F6FCA3}" srcId="{5AA6AE9D-E354-431F-A168-0C26EE464C56}" destId="{AA94C272-0E8D-4595-95E1-3D2BB696ED63}" srcOrd="2" destOrd="0" parTransId="{B7BAD377-930C-44CB-B8FE-EE9C925ABB76}" sibTransId="{8EC0FECC-8D38-4523-8134-27F8C8AA7D88}"/>
    <dgm:cxn modelId="{5BC6172F-93B2-48F1-9CF1-0695F9A9DE3E}" type="presOf" srcId="{AA94C272-0E8D-4595-95E1-3D2BB696ED63}" destId="{D75A4CCC-88E7-42E7-A706-AE8598695A77}" srcOrd="0" destOrd="0" presId="urn:microsoft.com/office/officeart/2016/7/layout/RepeatingBendingProcessNew"/>
    <dgm:cxn modelId="{BDA9F330-FCBF-48E6-8C20-C19B6A66A1E7}" srcId="{5AA6AE9D-E354-431F-A168-0C26EE464C56}" destId="{6BFED3CE-72E1-45B5-8C16-3B6989AA1934}" srcOrd="3" destOrd="0" parTransId="{2970339F-CDB7-4DE8-B3D0-89E539906EC9}" sibTransId="{0E28728C-6D03-430E-91D2-17C7D0E09E33}"/>
    <dgm:cxn modelId="{C1AA9F40-B6EE-47DD-AA4B-A12C4C873434}" srcId="{5AA6AE9D-E354-431F-A168-0C26EE464C56}" destId="{DF62336D-2C3E-4265-BFCD-3AFBEBDA91CE}" srcOrd="5" destOrd="0" parTransId="{CF05BAA1-B1D9-4402-8B6E-4A19B82EEFAC}" sibTransId="{E1827392-07EB-4660-9C02-F771BCAB0E35}"/>
    <dgm:cxn modelId="{4A114C5C-DC5B-47AD-896E-6043D7FDB8C9}" srcId="{5AA6AE9D-E354-431F-A168-0C26EE464C56}" destId="{D39DBDF9-CA04-4E9B-A81B-3A113B88EFC5}" srcOrd="4" destOrd="0" parTransId="{E3F8A13D-9F33-4C76-950C-E3848088347B}" sibTransId="{A15D4931-A3DF-4A80-9206-DB1B5779EE72}"/>
    <dgm:cxn modelId="{5F09B468-09B5-4F82-B906-86D5DE8FA749}" type="presOf" srcId="{2581848C-2E43-4FB6-B47A-9B90C2496C64}" destId="{D7322304-FF2C-41C2-9822-44A4B81C971E}" srcOrd="0" destOrd="0" presId="urn:microsoft.com/office/officeart/2016/7/layout/RepeatingBendingProcessNew"/>
    <dgm:cxn modelId="{FBFB2777-02A2-4B1D-9154-9E474CFA76E8}" srcId="{5AA6AE9D-E354-431F-A168-0C26EE464C56}" destId="{B0908640-816A-4731-A4D4-706AAC9760F4}" srcOrd="0" destOrd="0" parTransId="{7C4D10D3-5CCB-4DC6-A927-439D1E9CA62A}" sibTransId="{2581848C-2E43-4FB6-B47A-9B90C2496C64}"/>
    <dgm:cxn modelId="{6D683799-C551-4C31-8567-88D7E82A8E45}" type="presOf" srcId="{2581848C-2E43-4FB6-B47A-9B90C2496C64}" destId="{12D2FAF3-F1CD-4D76-A0C3-E5B5BB18C8A6}" srcOrd="1" destOrd="0" presId="urn:microsoft.com/office/officeart/2016/7/layout/RepeatingBendingProcessNew"/>
    <dgm:cxn modelId="{401F2FA2-56A8-42C3-BC5E-57D34B547C0A}" type="presOf" srcId="{4159159C-EBA3-4AB3-BB84-4FB6AA47DC8D}" destId="{F65C1ECE-5D2D-4CD1-92FD-ABB21F0E8D1D}" srcOrd="1" destOrd="0" presId="urn:microsoft.com/office/officeart/2016/7/layout/RepeatingBendingProcessNew"/>
    <dgm:cxn modelId="{A5F3B4AC-FB07-4F28-8F12-7B7691F9DBDD}" type="presOf" srcId="{5AA6AE9D-E354-431F-A168-0C26EE464C56}" destId="{F5B8C949-0634-4DC0-BA5B-007129F935A0}" srcOrd="0" destOrd="0" presId="urn:microsoft.com/office/officeart/2016/7/layout/RepeatingBendingProcessNew"/>
    <dgm:cxn modelId="{641730B3-93E8-4D27-BE57-F0E26A82ACBA}" type="presOf" srcId="{0E28728C-6D03-430E-91D2-17C7D0E09E33}" destId="{9653DEE6-50BB-492F-BFA8-1EC9C07198AB}" srcOrd="0" destOrd="0" presId="urn:microsoft.com/office/officeart/2016/7/layout/RepeatingBendingProcessNew"/>
    <dgm:cxn modelId="{A4D0C8BC-CDA9-4504-8DC8-9460EB5725E5}" srcId="{5AA6AE9D-E354-431F-A168-0C26EE464C56}" destId="{C87D1C99-E736-49AC-B7C0-27B6B14030F8}" srcOrd="1" destOrd="0" parTransId="{4073653B-EBED-402E-9A99-2CED13A5EC37}" sibTransId="{4159159C-EBA3-4AB3-BB84-4FB6AA47DC8D}"/>
    <dgm:cxn modelId="{2E36B5BF-9F5F-46CC-B6A5-A1D4C65B3C64}" type="presOf" srcId="{B0908640-816A-4731-A4D4-706AAC9760F4}" destId="{2A0D173A-0511-4470-A4DA-B0F91D2AA6BE}" srcOrd="0" destOrd="0" presId="urn:microsoft.com/office/officeart/2016/7/layout/RepeatingBendingProcessNew"/>
    <dgm:cxn modelId="{3198B7C7-FA6F-4006-9087-CF4BF140E862}" type="presOf" srcId="{6BFED3CE-72E1-45B5-8C16-3B6989AA1934}" destId="{0B585F84-6B4D-4D93-AD1D-A56C48FB76C4}" srcOrd="0" destOrd="0" presId="urn:microsoft.com/office/officeart/2016/7/layout/RepeatingBendingProcessNew"/>
    <dgm:cxn modelId="{5AB7A7C8-273A-4A8D-BCAF-7EEB733DD346}" type="presOf" srcId="{D39DBDF9-CA04-4E9B-A81B-3A113B88EFC5}" destId="{736A0256-0C3B-4C92-B5E3-4D09791BE29E}" srcOrd="0" destOrd="0" presId="urn:microsoft.com/office/officeart/2016/7/layout/RepeatingBendingProcessNew"/>
    <dgm:cxn modelId="{DBCD89CD-9742-49C7-B053-FF7FEC1B383C}" type="presOf" srcId="{A15D4931-A3DF-4A80-9206-DB1B5779EE72}" destId="{066416DF-1EE7-49B0-9BEC-C72F8D9AF3AD}" srcOrd="1" destOrd="0" presId="urn:microsoft.com/office/officeart/2016/7/layout/RepeatingBendingProcessNew"/>
    <dgm:cxn modelId="{68A040D5-85E6-4934-8C9E-6A8CE09896B1}" type="presOf" srcId="{8EC0FECC-8D38-4523-8134-27F8C8AA7D88}" destId="{8FFB28DB-BD02-408C-821C-B6D684F42485}" srcOrd="1" destOrd="0" presId="urn:microsoft.com/office/officeart/2016/7/layout/RepeatingBendingProcessNew"/>
    <dgm:cxn modelId="{FC3E3CDA-863B-472B-92E8-A064855C3BF2}" type="presOf" srcId="{C87D1C99-E736-49AC-B7C0-27B6B14030F8}" destId="{071AD7D7-F435-4035-B821-29476AC32158}" srcOrd="0" destOrd="0" presId="urn:microsoft.com/office/officeart/2016/7/layout/RepeatingBendingProcessNew"/>
    <dgm:cxn modelId="{F11263E6-64EC-449C-9CD7-86B22ED75BB9}" type="presOf" srcId="{8EC0FECC-8D38-4523-8134-27F8C8AA7D88}" destId="{0402915B-F9FF-4156-9247-90D424FBCB9E}" srcOrd="0" destOrd="0" presId="urn:microsoft.com/office/officeart/2016/7/layout/RepeatingBendingProcessNew"/>
    <dgm:cxn modelId="{B607EDE9-A5CB-4D09-8303-67461A628D65}" type="presOf" srcId="{A15D4931-A3DF-4A80-9206-DB1B5779EE72}" destId="{BCE005A7-6A87-45DC-B8BE-2A37FF4222F2}" srcOrd="0" destOrd="0" presId="urn:microsoft.com/office/officeart/2016/7/layout/RepeatingBendingProcessNew"/>
    <dgm:cxn modelId="{45EF29F7-B686-45AA-8678-3E80E424E4EF}" type="presOf" srcId="{0E28728C-6D03-430E-91D2-17C7D0E09E33}" destId="{677C0F89-DD4F-47B5-A982-6CB577E13F93}" srcOrd="1" destOrd="0" presId="urn:microsoft.com/office/officeart/2016/7/layout/RepeatingBendingProcessNew"/>
    <dgm:cxn modelId="{5BF61745-8F17-42B0-9A9B-0F1B1A1F45EE}" type="presParOf" srcId="{F5B8C949-0634-4DC0-BA5B-007129F935A0}" destId="{2A0D173A-0511-4470-A4DA-B0F91D2AA6BE}" srcOrd="0" destOrd="0" presId="urn:microsoft.com/office/officeart/2016/7/layout/RepeatingBendingProcessNew"/>
    <dgm:cxn modelId="{26BCCF45-0D7C-4024-9F3C-D58EF31712F7}" type="presParOf" srcId="{F5B8C949-0634-4DC0-BA5B-007129F935A0}" destId="{D7322304-FF2C-41C2-9822-44A4B81C971E}" srcOrd="1" destOrd="0" presId="urn:microsoft.com/office/officeart/2016/7/layout/RepeatingBendingProcessNew"/>
    <dgm:cxn modelId="{07E1894E-9FD9-4CC6-8FE0-097BA289450D}" type="presParOf" srcId="{D7322304-FF2C-41C2-9822-44A4B81C971E}" destId="{12D2FAF3-F1CD-4D76-A0C3-E5B5BB18C8A6}" srcOrd="0" destOrd="0" presId="urn:microsoft.com/office/officeart/2016/7/layout/RepeatingBendingProcessNew"/>
    <dgm:cxn modelId="{DB85F3CC-F5C3-4E9D-9D52-2EF39B634A6E}" type="presParOf" srcId="{F5B8C949-0634-4DC0-BA5B-007129F935A0}" destId="{071AD7D7-F435-4035-B821-29476AC32158}" srcOrd="2" destOrd="0" presId="urn:microsoft.com/office/officeart/2016/7/layout/RepeatingBendingProcessNew"/>
    <dgm:cxn modelId="{F6476DE0-2C3C-4CA7-812F-90DA082E202A}" type="presParOf" srcId="{F5B8C949-0634-4DC0-BA5B-007129F935A0}" destId="{C9DE45D2-0B0C-42EE-87FD-DE29C0653768}" srcOrd="3" destOrd="0" presId="urn:microsoft.com/office/officeart/2016/7/layout/RepeatingBendingProcessNew"/>
    <dgm:cxn modelId="{23BB9BB6-0E61-430E-A18F-02B6846D130F}" type="presParOf" srcId="{C9DE45D2-0B0C-42EE-87FD-DE29C0653768}" destId="{F65C1ECE-5D2D-4CD1-92FD-ABB21F0E8D1D}" srcOrd="0" destOrd="0" presId="urn:microsoft.com/office/officeart/2016/7/layout/RepeatingBendingProcessNew"/>
    <dgm:cxn modelId="{E860ECEC-812C-4100-A783-6103A347B156}" type="presParOf" srcId="{F5B8C949-0634-4DC0-BA5B-007129F935A0}" destId="{D75A4CCC-88E7-42E7-A706-AE8598695A77}" srcOrd="4" destOrd="0" presId="urn:microsoft.com/office/officeart/2016/7/layout/RepeatingBendingProcessNew"/>
    <dgm:cxn modelId="{8950B50A-A04B-4061-961A-15D805F68251}" type="presParOf" srcId="{F5B8C949-0634-4DC0-BA5B-007129F935A0}" destId="{0402915B-F9FF-4156-9247-90D424FBCB9E}" srcOrd="5" destOrd="0" presId="urn:microsoft.com/office/officeart/2016/7/layout/RepeatingBendingProcessNew"/>
    <dgm:cxn modelId="{194C857D-44A2-4FCD-AF19-801B7E3808E5}" type="presParOf" srcId="{0402915B-F9FF-4156-9247-90D424FBCB9E}" destId="{8FFB28DB-BD02-408C-821C-B6D684F42485}" srcOrd="0" destOrd="0" presId="urn:microsoft.com/office/officeart/2016/7/layout/RepeatingBendingProcessNew"/>
    <dgm:cxn modelId="{716BAF3C-1228-49C3-9CBB-5EEE849E68F7}" type="presParOf" srcId="{F5B8C949-0634-4DC0-BA5B-007129F935A0}" destId="{0B585F84-6B4D-4D93-AD1D-A56C48FB76C4}" srcOrd="6" destOrd="0" presId="urn:microsoft.com/office/officeart/2016/7/layout/RepeatingBendingProcessNew"/>
    <dgm:cxn modelId="{723A4CB0-2085-4D60-BBF6-74B1ED59CD20}" type="presParOf" srcId="{F5B8C949-0634-4DC0-BA5B-007129F935A0}" destId="{9653DEE6-50BB-492F-BFA8-1EC9C07198AB}" srcOrd="7" destOrd="0" presId="urn:microsoft.com/office/officeart/2016/7/layout/RepeatingBendingProcessNew"/>
    <dgm:cxn modelId="{2101C20C-13AB-4F50-9D63-E0F305B86E3B}" type="presParOf" srcId="{9653DEE6-50BB-492F-BFA8-1EC9C07198AB}" destId="{677C0F89-DD4F-47B5-A982-6CB577E13F93}" srcOrd="0" destOrd="0" presId="urn:microsoft.com/office/officeart/2016/7/layout/RepeatingBendingProcessNew"/>
    <dgm:cxn modelId="{97CA44D9-E970-41A7-94CD-F316EEFDFC70}" type="presParOf" srcId="{F5B8C949-0634-4DC0-BA5B-007129F935A0}" destId="{736A0256-0C3B-4C92-B5E3-4D09791BE29E}" srcOrd="8" destOrd="0" presId="urn:microsoft.com/office/officeart/2016/7/layout/RepeatingBendingProcessNew"/>
    <dgm:cxn modelId="{A8DFE725-F26D-4A97-BAB4-4FB7B62CF9E6}" type="presParOf" srcId="{F5B8C949-0634-4DC0-BA5B-007129F935A0}" destId="{BCE005A7-6A87-45DC-B8BE-2A37FF4222F2}" srcOrd="9" destOrd="0" presId="urn:microsoft.com/office/officeart/2016/7/layout/RepeatingBendingProcessNew"/>
    <dgm:cxn modelId="{023B9DDC-EE1F-445E-857E-CD535DECBBDA}" type="presParOf" srcId="{BCE005A7-6A87-45DC-B8BE-2A37FF4222F2}" destId="{066416DF-1EE7-49B0-9BEC-C72F8D9AF3AD}" srcOrd="0" destOrd="0" presId="urn:microsoft.com/office/officeart/2016/7/layout/RepeatingBendingProcessNew"/>
    <dgm:cxn modelId="{376419A6-48AC-4517-A29D-35B15471A9AA}" type="presParOf" srcId="{F5B8C949-0634-4DC0-BA5B-007129F935A0}" destId="{E9BF9280-4F32-43E0-8389-8CAA301C61E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6CB32-18D5-4468-8A1B-A2725AB2633F}">
      <dsp:nvSpPr>
        <dsp:cNvPr id="0" name=""/>
        <dsp:cNvSpPr/>
      </dsp:nvSpPr>
      <dsp:spPr>
        <a:xfrm>
          <a:off x="0" y="0"/>
          <a:ext cx="9288654" cy="16602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Objective</a:t>
          </a:r>
          <a:r>
            <a:rPr lang="en-US" sz="3000" kern="1200"/>
            <a:t>: Build a convolutional Neural Network to classify road signs.</a:t>
          </a:r>
        </a:p>
      </dsp:txBody>
      <dsp:txXfrm>
        <a:off x="48627" y="48627"/>
        <a:ext cx="7572674" cy="1562978"/>
      </dsp:txXfrm>
    </dsp:sp>
    <dsp:sp modelId="{C7ABCFF2-E58C-4498-8CAC-D59D40E11981}">
      <dsp:nvSpPr>
        <dsp:cNvPr id="0" name=""/>
        <dsp:cNvSpPr/>
      </dsp:nvSpPr>
      <dsp:spPr>
        <a:xfrm>
          <a:off x="1639174" y="2029172"/>
          <a:ext cx="9288654" cy="16602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Approach : Data preprocessing &gt;CNN Model &gt;Evaluation &gt;Streamlit UI</a:t>
          </a:r>
        </a:p>
      </dsp:txBody>
      <dsp:txXfrm>
        <a:off x="1687801" y="2077799"/>
        <a:ext cx="6473075" cy="1562978"/>
      </dsp:txXfrm>
    </dsp:sp>
    <dsp:sp modelId="{F8159B0F-BA87-4045-8BDF-502D65DDF428}">
      <dsp:nvSpPr>
        <dsp:cNvPr id="0" name=""/>
        <dsp:cNvSpPr/>
      </dsp:nvSpPr>
      <dsp:spPr>
        <a:xfrm>
          <a:off x="8209503" y="1305127"/>
          <a:ext cx="1079150" cy="10791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452312" y="1305127"/>
        <a:ext cx="593532" cy="812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322304-FF2C-41C2-9822-44A4B81C971E}">
      <dsp:nvSpPr>
        <dsp:cNvPr id="0" name=""/>
        <dsp:cNvSpPr/>
      </dsp:nvSpPr>
      <dsp:spPr>
        <a:xfrm>
          <a:off x="3323664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877339"/>
        <a:ext cx="33687" cy="6737"/>
      </dsp:txXfrm>
    </dsp:sp>
    <dsp:sp modelId="{2A0D173A-0511-4470-A4DA-B0F91D2AA6BE}">
      <dsp:nvSpPr>
        <dsp:cNvPr id="0" name=""/>
        <dsp:cNvSpPr/>
      </dsp:nvSpPr>
      <dsp:spPr>
        <a:xfrm>
          <a:off x="396080" y="1893"/>
          <a:ext cx="2929383" cy="17576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 COLLECTION</a:t>
          </a:r>
        </a:p>
      </dsp:txBody>
      <dsp:txXfrm>
        <a:off x="396080" y="1893"/>
        <a:ext cx="2929383" cy="1757630"/>
      </dsp:txXfrm>
    </dsp:sp>
    <dsp:sp modelId="{C9DE45D2-0B0C-42EE-87FD-DE29C0653768}">
      <dsp:nvSpPr>
        <dsp:cNvPr id="0" name=""/>
        <dsp:cNvSpPr/>
      </dsp:nvSpPr>
      <dsp:spPr>
        <a:xfrm>
          <a:off x="6926806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6350" cap="flat" cmpd="sng" algn="ctr">
          <a:solidFill>
            <a:schemeClr val="accent5">
              <a:hueOff val="868919"/>
              <a:satOff val="-1467"/>
              <a:lumOff val="-9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31541" y="877339"/>
        <a:ext cx="33687" cy="6737"/>
      </dsp:txXfrm>
    </dsp:sp>
    <dsp:sp modelId="{071AD7D7-F435-4035-B821-29476AC32158}">
      <dsp:nvSpPr>
        <dsp:cNvPr id="0" name=""/>
        <dsp:cNvSpPr/>
      </dsp:nvSpPr>
      <dsp:spPr>
        <a:xfrm>
          <a:off x="3999222" y="1893"/>
          <a:ext cx="2929383" cy="1757630"/>
        </a:xfrm>
        <a:prstGeom prst="rect">
          <a:avLst/>
        </a:prstGeom>
        <a:solidFill>
          <a:schemeClr val="accent5">
            <a:hueOff val="695135"/>
            <a:satOff val="-1174"/>
            <a:lumOff val="-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 PREPROCESSING</a:t>
          </a:r>
        </a:p>
      </dsp:txBody>
      <dsp:txXfrm>
        <a:off x="3999222" y="1893"/>
        <a:ext cx="2929383" cy="1757630"/>
      </dsp:txXfrm>
    </dsp:sp>
    <dsp:sp modelId="{0402915B-F9FF-4156-9247-90D424FBCB9E}">
      <dsp:nvSpPr>
        <dsp:cNvPr id="0" name=""/>
        <dsp:cNvSpPr/>
      </dsp:nvSpPr>
      <dsp:spPr>
        <a:xfrm>
          <a:off x="1860772" y="1757723"/>
          <a:ext cx="7206284" cy="643158"/>
        </a:xfrm>
        <a:custGeom>
          <a:avLst/>
          <a:gdLst/>
          <a:ahLst/>
          <a:cxnLst/>
          <a:rect l="0" t="0" r="0" b="0"/>
          <a:pathLst>
            <a:path>
              <a:moveTo>
                <a:pt x="7206284" y="0"/>
              </a:moveTo>
              <a:lnTo>
                <a:pt x="7206284" y="338679"/>
              </a:lnTo>
              <a:lnTo>
                <a:pt x="0" y="338679"/>
              </a:lnTo>
              <a:lnTo>
                <a:pt x="0" y="643158"/>
              </a:lnTo>
            </a:path>
          </a:pathLst>
        </a:custGeom>
        <a:noFill/>
        <a:ln w="6350" cap="flat" cmpd="sng" algn="ctr">
          <a:solidFill>
            <a:schemeClr val="accent5">
              <a:hueOff val="1737838"/>
              <a:satOff val="-2935"/>
              <a:lumOff val="-19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82971" y="2075933"/>
        <a:ext cx="361885" cy="6737"/>
      </dsp:txXfrm>
    </dsp:sp>
    <dsp:sp modelId="{D75A4CCC-88E7-42E7-A706-AE8598695A77}">
      <dsp:nvSpPr>
        <dsp:cNvPr id="0" name=""/>
        <dsp:cNvSpPr/>
      </dsp:nvSpPr>
      <dsp:spPr>
        <a:xfrm>
          <a:off x="7602364" y="1893"/>
          <a:ext cx="2929383" cy="1757630"/>
        </a:xfrm>
        <a:prstGeom prst="rect">
          <a:avLst/>
        </a:prstGeom>
        <a:solidFill>
          <a:schemeClr val="accent5">
            <a:hueOff val="1390270"/>
            <a:satOff val="-2348"/>
            <a:lumOff val="-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CNN MODEL</a:t>
          </a:r>
        </a:p>
      </dsp:txBody>
      <dsp:txXfrm>
        <a:off x="7602364" y="1893"/>
        <a:ext cx="2929383" cy="1757630"/>
      </dsp:txXfrm>
    </dsp:sp>
    <dsp:sp modelId="{9653DEE6-50BB-492F-BFA8-1EC9C07198AB}">
      <dsp:nvSpPr>
        <dsp:cNvPr id="0" name=""/>
        <dsp:cNvSpPr/>
      </dsp:nvSpPr>
      <dsp:spPr>
        <a:xfrm>
          <a:off x="3323664" y="3266376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6350" cap="flat" cmpd="sng" algn="ctr">
          <a:solidFill>
            <a:schemeClr val="accent5">
              <a:hueOff val="2606756"/>
              <a:satOff val="-4402"/>
              <a:lumOff val="-29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3308728"/>
        <a:ext cx="33687" cy="6737"/>
      </dsp:txXfrm>
    </dsp:sp>
    <dsp:sp modelId="{0B585F84-6B4D-4D93-AD1D-A56C48FB76C4}">
      <dsp:nvSpPr>
        <dsp:cNvPr id="0" name=""/>
        <dsp:cNvSpPr/>
      </dsp:nvSpPr>
      <dsp:spPr>
        <a:xfrm>
          <a:off x="396080" y="2433281"/>
          <a:ext cx="2929383" cy="1757630"/>
        </a:xfrm>
        <a:prstGeom prst="rect">
          <a:avLst/>
        </a:prstGeom>
        <a:solidFill>
          <a:schemeClr val="accent5">
            <a:hueOff val="2085405"/>
            <a:satOff val="-3521"/>
            <a:lumOff val="-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TRAINING</a:t>
          </a:r>
        </a:p>
      </dsp:txBody>
      <dsp:txXfrm>
        <a:off x="396080" y="2433281"/>
        <a:ext cx="2929383" cy="1757630"/>
      </dsp:txXfrm>
    </dsp:sp>
    <dsp:sp modelId="{BCE005A7-6A87-45DC-B8BE-2A37FF4222F2}">
      <dsp:nvSpPr>
        <dsp:cNvPr id="0" name=""/>
        <dsp:cNvSpPr/>
      </dsp:nvSpPr>
      <dsp:spPr>
        <a:xfrm>
          <a:off x="6926806" y="3266376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6350" cap="flat" cmpd="sng" algn="ctr">
          <a:solidFill>
            <a:schemeClr val="accent5">
              <a:hueOff val="3475675"/>
              <a:satOff val="-5869"/>
              <a:lumOff val="-3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31541" y="3308728"/>
        <a:ext cx="33687" cy="6737"/>
      </dsp:txXfrm>
    </dsp:sp>
    <dsp:sp modelId="{736A0256-0C3B-4C92-B5E3-4D09791BE29E}">
      <dsp:nvSpPr>
        <dsp:cNvPr id="0" name=""/>
        <dsp:cNvSpPr/>
      </dsp:nvSpPr>
      <dsp:spPr>
        <a:xfrm>
          <a:off x="3999222" y="2433281"/>
          <a:ext cx="2929383" cy="1757630"/>
        </a:xfrm>
        <a:prstGeom prst="rect">
          <a:avLst/>
        </a:prstGeom>
        <a:solidFill>
          <a:schemeClr val="accent5">
            <a:hueOff val="2780540"/>
            <a:satOff val="-4695"/>
            <a:lumOff val="-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EVALUATION</a:t>
          </a:r>
        </a:p>
      </dsp:txBody>
      <dsp:txXfrm>
        <a:off x="3999222" y="2433281"/>
        <a:ext cx="2929383" cy="1757630"/>
      </dsp:txXfrm>
    </dsp:sp>
    <dsp:sp modelId="{E9BF9280-4F32-43E0-8389-8CAA301C61EA}">
      <dsp:nvSpPr>
        <dsp:cNvPr id="0" name=""/>
        <dsp:cNvSpPr/>
      </dsp:nvSpPr>
      <dsp:spPr>
        <a:xfrm>
          <a:off x="7602364" y="2433281"/>
          <a:ext cx="2929383" cy="1757630"/>
        </a:xfrm>
        <a:prstGeom prst="rect">
          <a:avLst/>
        </a:prstGeom>
        <a:solidFill>
          <a:schemeClr val="accent5">
            <a:hueOff val="3475675"/>
            <a:satOff val="-5869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STREAMLIT UL</a:t>
          </a:r>
        </a:p>
      </dsp:txBody>
      <dsp:txXfrm>
        <a:off x="7602364" y="2433281"/>
        <a:ext cx="2929383" cy="1757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ROAD SIGN RECOGNITION USING 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096348"/>
            <a:ext cx="6759394" cy="92370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Segoe UI"/>
              </a:rPr>
              <a:t>Presented By</a:t>
            </a:r>
            <a:endParaRPr lang="en-US" dirty="0"/>
          </a:p>
          <a:p>
            <a:r>
              <a:rPr lang="en-US">
                <a:cs typeface="Segoe UI"/>
              </a:rPr>
              <a:t>Hridhya Haridas</a:t>
            </a:r>
          </a:p>
          <a:p>
            <a:r>
              <a:rPr lang="en-US" dirty="0">
                <a:cs typeface="Segoe UI"/>
              </a:rPr>
              <a:t>DA&amp;DS(March)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>
                <a:ln w="28575">
                  <a:noFill/>
                  <a:prstDash val="solid"/>
                </a:ln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 sz="1100" dirty="0">
              <a:solidFill>
                <a:srgbClr val="FFFFFF"/>
              </a:solidFill>
              <a:cs typeface="Segoe U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A08A44A-E7B8-391B-4B2B-C71186CC6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12720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WORKFLOW</a:t>
            </a:r>
          </a:p>
        </p:txBody>
      </p:sp>
      <p:graphicFrame>
        <p:nvGraphicFramePr>
          <p:cNvPr id="23" name="Subtitle 2">
            <a:extLst>
              <a:ext uri="{FF2B5EF4-FFF2-40B4-BE49-F238E27FC236}">
                <a16:creationId xmlns:a16="http://schemas.microsoft.com/office/drawing/2014/main" id="{F4A62CA2-F326-EA06-924E-112AB5C2B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528599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COLLECTION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cs typeface="+mn-cs"/>
              </a:rPr>
              <a:t>Downloaded Road Sign Data Set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cs typeface="+mn-cs"/>
              </a:rPr>
              <a:t>Loaded Images and Labels into Python Environment</a:t>
            </a:r>
            <a:endParaRPr lang="en-US" dirty="0">
              <a:solidFill>
                <a:schemeClr val="tx1"/>
              </a:solidFill>
              <a:cs typeface="Segoe UI Light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  <a:cs typeface="+mn-cs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cs typeface="+mn-cs"/>
              </a:rPr>
              <a:t>DATA PREPROCESSING</a:t>
            </a:r>
            <a:endParaRPr lang="en-US" b="1" dirty="0">
              <a:solidFill>
                <a:schemeClr val="tx1"/>
              </a:solidFill>
              <a:cs typeface="Segoe UI Light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cs typeface="+mn-cs"/>
              </a:rPr>
              <a:t>Resized images to consistent shape</a:t>
            </a:r>
            <a:endParaRPr lang="en-US" dirty="0">
              <a:solidFill>
                <a:schemeClr val="tx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cs typeface="+mn-cs"/>
              </a:rPr>
              <a:t>Normalized pixel Values</a:t>
            </a:r>
            <a:endParaRPr lang="en-US" dirty="0">
              <a:solidFill>
                <a:schemeClr val="tx1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AFEE9-56A1-16DF-6A50-F41077FD6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1209864"/>
          </a:xfrm>
        </p:spPr>
        <p:txBody>
          <a:bodyPr anchor="b">
            <a:noAutofit/>
          </a:bodyPr>
          <a:lstStyle/>
          <a:p>
            <a:pPr algn="l"/>
            <a:r>
              <a:rPr lang="en-US" sz="6000" dirty="0">
                <a:solidFill>
                  <a:schemeClr val="tx1"/>
                </a:solidFill>
              </a:rPr>
              <a:t>CNN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F9954-D99E-161C-2E0A-34CB024FD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2628119"/>
            <a:ext cx="9517726" cy="2858743"/>
          </a:xfrm>
        </p:spPr>
        <p:txBody>
          <a:bodyPr anchor="t">
            <a:normAutofit/>
          </a:bodyPr>
          <a:lstStyle/>
          <a:p>
            <a:pPr algn="l"/>
            <a:r>
              <a:rPr lang="en-US" sz="2800" dirty="0">
                <a:solidFill>
                  <a:schemeClr val="tx1"/>
                </a:solidFill>
                <a:cs typeface="Segoe UI"/>
              </a:rPr>
              <a:t>Input Layer&gt;Conv Layers&gt; Pooling&gt;Flatten&gt;Dense&gt;Output</a:t>
            </a: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r>
              <a:rPr lang="en-US" sz="2800" dirty="0">
                <a:solidFill>
                  <a:schemeClr val="tx1"/>
                </a:solidFill>
                <a:cs typeface="Segoe UI"/>
              </a:rPr>
              <a:t>Activation : </a:t>
            </a:r>
            <a:r>
              <a:rPr lang="en-US" sz="2800" dirty="0" err="1">
                <a:solidFill>
                  <a:schemeClr val="tx1"/>
                </a:solidFill>
                <a:cs typeface="Segoe UI"/>
              </a:rPr>
              <a:t>ReLU</a:t>
            </a:r>
            <a:r>
              <a:rPr lang="en-US" sz="2800" dirty="0">
                <a:solidFill>
                  <a:schemeClr val="tx1"/>
                </a:solidFill>
                <a:cs typeface="Segoe UI"/>
              </a:rPr>
              <a:t> for hidden layers, </a:t>
            </a:r>
            <a:r>
              <a:rPr lang="en-US" sz="2800" dirty="0" err="1">
                <a:solidFill>
                  <a:schemeClr val="tx1"/>
                </a:solidFill>
                <a:cs typeface="Segoe UI"/>
              </a:rPr>
              <a:t>Softmax</a:t>
            </a:r>
            <a:r>
              <a:rPr lang="en-US" sz="2800" dirty="0">
                <a:solidFill>
                  <a:schemeClr val="tx1"/>
                </a:solidFill>
                <a:cs typeface="Segoe UI"/>
              </a:rPr>
              <a:t> for output layer</a:t>
            </a: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4DD60-D0C6-E45D-65BB-ED85E0B0DE5C}"/>
              </a:ext>
            </a:extLst>
          </p:cNvPr>
          <p:cNvSpPr txBox="1"/>
          <p:nvPr/>
        </p:nvSpPr>
        <p:spPr>
          <a:xfrm>
            <a:off x="3048000" y="342900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cap="all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CNN Layers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74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39099-91BC-160D-19E4-1087FCBD4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D8111BC-8DE8-4BA3-646F-0E5CBD7CD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AB2E1F62-A3CD-8B63-0976-85CF4A60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A9D224-2CC6-E980-FBBA-E392B15DF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22036-EDD9-4B0E-EB25-882CDD59B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1209864"/>
          </a:xfrm>
        </p:spPr>
        <p:txBody>
          <a:bodyPr anchor="b">
            <a:noAutofit/>
          </a:bodyPr>
          <a:lstStyle/>
          <a:p>
            <a:pPr algn="l"/>
            <a:r>
              <a:rPr lang="en-US" sz="6000" dirty="0">
                <a:solidFill>
                  <a:schemeClr val="tx1"/>
                </a:solidFill>
                <a:latin typeface="Tw Cen MT"/>
                <a:ea typeface="Calibri Light"/>
                <a:cs typeface="Calibri Light"/>
              </a:rPr>
              <a:t>CNN LAYERS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C7AFE-A570-A815-99EF-5798DAC7C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2628119"/>
            <a:ext cx="9517726" cy="2858743"/>
          </a:xfrm>
        </p:spPr>
        <p:txBody>
          <a:bodyPr anchor="t">
            <a:normAutofit/>
          </a:bodyPr>
          <a:lstStyle/>
          <a:p>
            <a:pPr marL="283210" indent="-283210" algn="l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Convolutional Layers extract spatial features</a:t>
            </a:r>
          </a:p>
          <a:p>
            <a:pPr marL="283210" indent="-283210" algn="l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Max-Pooling reduces dimensionality</a:t>
            </a:r>
          </a:p>
          <a:p>
            <a:pPr marL="283210" indent="-283210" algn="l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Fully Connected Layers classify images</a:t>
            </a:r>
            <a:endParaRPr lang="en-US" dirty="0"/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69421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1C6F8-CF81-F2D2-C601-A4916591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F975B8D-E02B-34B9-BB8F-3405F0632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95761C67-9349-75A4-44FA-8FB84559D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42E211-A09F-4D96-37EB-866324A60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F8CE7-4090-E5C8-0117-C1BC2AB14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1209864"/>
          </a:xfrm>
        </p:spPr>
        <p:txBody>
          <a:bodyPr anchor="b">
            <a:noAutofit/>
          </a:bodyPr>
          <a:lstStyle/>
          <a:p>
            <a:pPr algn="l"/>
            <a:r>
              <a:rPr lang="en-US" sz="6000" dirty="0">
                <a:solidFill>
                  <a:schemeClr val="tx1"/>
                </a:solidFill>
              </a:rPr>
              <a:t>DATA Spitting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CB495-6801-31B3-8AFF-612482EFD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2628119"/>
            <a:ext cx="9517726" cy="2858743"/>
          </a:xfrm>
        </p:spPr>
        <p:txBody>
          <a:bodyPr anchor="t">
            <a:normAutofit/>
          </a:bodyPr>
          <a:lstStyle/>
          <a:p>
            <a:pPr algn="l"/>
            <a:r>
              <a:rPr lang="en-US" sz="2800" dirty="0">
                <a:solidFill>
                  <a:schemeClr val="tx1"/>
                </a:solidFill>
                <a:cs typeface="Segoe UI"/>
              </a:rPr>
              <a:t>Training: 70%</a:t>
            </a:r>
            <a:endParaRPr lang="en-US" sz="2800" dirty="0">
              <a:solidFill>
                <a:schemeClr val="tx1"/>
              </a:solidFill>
            </a:endParaRPr>
          </a:p>
          <a:p>
            <a:pPr algn="l"/>
            <a:endParaRPr lang="en-US" sz="2800" dirty="0">
              <a:solidFill>
                <a:schemeClr val="tx1"/>
              </a:solidFill>
            </a:endParaRPr>
          </a:p>
          <a:p>
            <a:pPr algn="l"/>
            <a:r>
              <a:rPr lang="en-US" sz="2800" dirty="0">
                <a:solidFill>
                  <a:schemeClr val="tx1"/>
                </a:solidFill>
                <a:cs typeface="Segoe UI"/>
              </a:rPr>
              <a:t>Validation: 15%</a:t>
            </a: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r>
              <a:rPr lang="en-US" sz="2800" dirty="0">
                <a:solidFill>
                  <a:schemeClr val="tx1"/>
                </a:solidFill>
                <a:cs typeface="Segoe UI"/>
              </a:rPr>
              <a:t>Testing: 15%</a:t>
            </a: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  <a:p>
            <a:pPr algn="l"/>
            <a:endParaRPr lang="en-US" sz="2800" dirty="0">
              <a:solidFill>
                <a:schemeClr val="tx1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B3D94-EAF9-6272-9B8D-4019FA46912C}"/>
              </a:ext>
            </a:extLst>
          </p:cNvPr>
          <p:cNvSpPr txBox="1"/>
          <p:nvPr/>
        </p:nvSpPr>
        <p:spPr>
          <a:xfrm flipV="1">
            <a:off x="5245652" y="4297113"/>
            <a:ext cx="389834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cap="all" dirty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Layers</a:t>
            </a:r>
            <a:endParaRPr lang="en-US" dirty="0">
              <a:cs typeface="Segoe UI Light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50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F77E542-1AF5-8ACB-0F96-234AD9B5C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03" y="2026121"/>
            <a:ext cx="3867150" cy="3876675"/>
          </a:xfrm>
          <a:prstGeom prst="rect">
            <a:avLst/>
          </a:prstGeom>
        </p:spPr>
      </p:pic>
      <p:pic>
        <p:nvPicPr>
          <p:cNvPr id="5" name="Picture 4" descr="A comparison of a graph&#10;&#10;AI-generated content may be incorrect.">
            <a:extLst>
              <a:ext uri="{FF2B5EF4-FFF2-40B4-BE49-F238E27FC236}">
                <a16:creationId xmlns:a16="http://schemas.microsoft.com/office/drawing/2014/main" id="{3129BC25-0988-8D31-A15B-E04539C7A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687" y="1997417"/>
            <a:ext cx="7344032" cy="3923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9529C7-C9E3-11CC-ACC0-26DB0725BBCE}"/>
              </a:ext>
            </a:extLst>
          </p:cNvPr>
          <p:cNvSpPr txBox="1"/>
          <p:nvPr/>
        </p:nvSpPr>
        <p:spPr>
          <a:xfrm>
            <a:off x="1211610" y="689661"/>
            <a:ext cx="76362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chemeClr val="bg1"/>
                </a:solidFill>
                <a:cs typeface="Segoe UI Light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1862560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25E3BC-C8D1-A578-64FD-CA0EE77C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4404B4-80A7-4ADD-ED15-210CCB01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pic>
        <p:nvPicPr>
          <p:cNvPr id="4" name="Picture 3" descr="A graph of different colors and lines&#10;&#10;AI-generated content may be incorrect.">
            <a:extLst>
              <a:ext uri="{FF2B5EF4-FFF2-40B4-BE49-F238E27FC236}">
                <a16:creationId xmlns:a16="http://schemas.microsoft.com/office/drawing/2014/main" id="{F598FA8A-6355-A852-D1EB-C4AE4CFD8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482" y="1352405"/>
            <a:ext cx="7218219" cy="47189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197F39-186F-FE32-FC22-2138F2942BB4}"/>
              </a:ext>
            </a:extLst>
          </p:cNvPr>
          <p:cNvSpPr txBox="1"/>
          <p:nvPr/>
        </p:nvSpPr>
        <p:spPr>
          <a:xfrm>
            <a:off x="2497295" y="332010"/>
            <a:ext cx="5976187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Segoe UI Light"/>
              </a:rPr>
              <a:t>PRECISION CONFIDENCE CURVE</a:t>
            </a:r>
          </a:p>
        </p:txBody>
      </p:sp>
    </p:spTree>
    <p:extLst>
      <p:ext uri="{BB962C8B-B14F-4D97-AF65-F5344CB8AC3E}">
        <p14:creationId xmlns:p14="http://schemas.microsoft.com/office/powerpoint/2010/main" val="1455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C5B1CE-0093-CC5D-ED11-B7B3DBAE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DC2DF9-3FD4-1A79-718D-071FE7E2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10</a:t>
            </a:fld>
            <a:endParaRPr lang="en-US" dirty="0"/>
          </a:p>
        </p:txBody>
      </p:sp>
      <p:pic>
        <p:nvPicPr>
          <p:cNvPr id="4" name="Picture 3" descr="A graph of speed and speed&#10;&#10;AI-generated content may be incorrect.">
            <a:extLst>
              <a:ext uri="{FF2B5EF4-FFF2-40B4-BE49-F238E27FC236}">
                <a16:creationId xmlns:a16="http://schemas.microsoft.com/office/drawing/2014/main" id="{1B7A3506-5B60-B88B-358E-D2C0FBAC0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464" y="1090179"/>
            <a:ext cx="7867073" cy="5093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2D1214-165E-48E1-9BC3-E7B31E30F2F0}"/>
              </a:ext>
            </a:extLst>
          </p:cNvPr>
          <p:cNvSpPr txBox="1"/>
          <p:nvPr/>
        </p:nvSpPr>
        <p:spPr>
          <a:xfrm>
            <a:off x="1746663" y="346445"/>
            <a:ext cx="701552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cs typeface="Segoe UI Light"/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2499108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0F6710-F8A6-E696-3ADA-3902039F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CE501E-95B6-2E3D-20C6-F46382CB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F89B0-3572-06B4-7726-20BD8DD00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4" y="1759304"/>
            <a:ext cx="4538299" cy="3736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5AB984-B582-DA72-EE49-58059B92B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59304"/>
            <a:ext cx="3470787" cy="37369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5FC288-E5BC-504F-4A84-4A02C5A50BC8}"/>
              </a:ext>
            </a:extLst>
          </p:cNvPr>
          <p:cNvSpPr txBox="1"/>
          <p:nvPr/>
        </p:nvSpPr>
        <p:spPr>
          <a:xfrm>
            <a:off x="1641987" y="639097"/>
            <a:ext cx="5388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PREDICTION</a:t>
            </a:r>
            <a:endParaRPr lang="en-IN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961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3B902D-20A2-F961-E7AC-AE543D4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B8411D-4C12-50DB-EC7B-6C02ABC84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26915-B94F-6CC3-8764-A330DB7C079A}"/>
              </a:ext>
            </a:extLst>
          </p:cNvPr>
          <p:cNvSpPr txBox="1"/>
          <p:nvPr/>
        </p:nvSpPr>
        <p:spPr>
          <a:xfrm>
            <a:off x="1632204" y="2517058"/>
            <a:ext cx="738402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Tried different CNN architectures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• Added dropout layers</a:t>
            </a:r>
          </a:p>
          <a:p>
            <a:r>
              <a:rPr lang="en-US" sz="2800" dirty="0">
                <a:solidFill>
                  <a:schemeClr val="bg1"/>
                </a:solidFill>
              </a:rPr>
              <a:t>• Balanced performance and complexity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39A88-8EB9-EF72-1F25-C161E1CF6389}"/>
              </a:ext>
            </a:extLst>
          </p:cNvPr>
          <p:cNvSpPr txBox="1"/>
          <p:nvPr/>
        </p:nvSpPr>
        <p:spPr>
          <a:xfrm>
            <a:off x="1632204" y="14081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Model Optimization</a:t>
            </a:r>
            <a:endParaRPr lang="en-IN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8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7F05E-A0C0-4E98-4A1C-9095EE30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0EC024-4688-21D9-B02D-E4E8194A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7EA15-66F3-3AC0-F001-636CC0CC15E0}"/>
              </a:ext>
            </a:extLst>
          </p:cNvPr>
          <p:cNvSpPr txBox="1"/>
          <p:nvPr/>
        </p:nvSpPr>
        <p:spPr>
          <a:xfrm>
            <a:off x="1691148" y="2821858"/>
            <a:ext cx="76101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• Built interactive UI to upload test images</a:t>
            </a:r>
          </a:p>
          <a:p>
            <a:r>
              <a:rPr lang="en-US" sz="3200" dirty="0">
                <a:solidFill>
                  <a:schemeClr val="bg1"/>
                </a:solidFill>
              </a:rPr>
              <a:t>• Displayed accuracy and predicted class</a:t>
            </a:r>
          </a:p>
          <a:p>
            <a:r>
              <a:rPr lang="en-US" sz="3200" dirty="0">
                <a:solidFill>
                  <a:schemeClr val="bg1"/>
                </a:solidFill>
              </a:rPr>
              <a:t>• Easy for end-users to test the model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B6379-79B8-9DE3-D628-F2E5F3E7C8D0}"/>
              </a:ext>
            </a:extLst>
          </p:cNvPr>
          <p:cNvSpPr txBox="1"/>
          <p:nvPr/>
        </p:nvSpPr>
        <p:spPr>
          <a:xfrm>
            <a:off x="1995948" y="1435510"/>
            <a:ext cx="4591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chemeClr val="bg1"/>
                </a:solidFill>
              </a:rPr>
              <a:t>Streamlit</a:t>
            </a:r>
            <a:r>
              <a:rPr lang="en-US" sz="4400" b="1" dirty="0">
                <a:solidFill>
                  <a:schemeClr val="bg1"/>
                </a:solidFill>
              </a:rPr>
              <a:t> UI</a:t>
            </a:r>
            <a:endParaRPr lang="en-IN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312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343323-6AFA-5BC5-39D4-68FEAE3B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B82927-6D01-CCCB-BADB-520A9585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25A1AE-6B4F-5E17-B83D-057BB9BD6C3F}"/>
              </a:ext>
            </a:extLst>
          </p:cNvPr>
          <p:cNvSpPr txBox="1"/>
          <p:nvPr/>
        </p:nvSpPr>
        <p:spPr>
          <a:xfrm>
            <a:off x="1415844" y="2626512"/>
            <a:ext cx="85540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Results: High model accuracy and successful road sign recognition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FD0ED-A993-3C88-7473-A83B76F8BCD7}"/>
              </a:ext>
            </a:extLst>
          </p:cNvPr>
          <p:cNvSpPr txBox="1"/>
          <p:nvPr/>
        </p:nvSpPr>
        <p:spPr>
          <a:xfrm>
            <a:off x="3696929" y="722376"/>
            <a:ext cx="4424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810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39DE4-ABDC-4D27-FF4C-8F0400C4D15B}"/>
              </a:ext>
            </a:extLst>
          </p:cNvPr>
          <p:cNvSpPr txBox="1"/>
          <p:nvPr/>
        </p:nvSpPr>
        <p:spPr>
          <a:xfrm>
            <a:off x="640080" y="320040"/>
            <a:ext cx="6692827" cy="389266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787C314F-3EEB-77B0-28A6-F92C97043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1544" y="1267079"/>
            <a:ext cx="4087368" cy="408736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482A63-5E5A-EF1E-22E7-6F3BCE2E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cs typeface="Segoe U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6D0360-A92B-B35A-3022-35AA0569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294A09A9-5501-47C1-A89A-A340965A2BE2}" type="slidenum">
              <a:rPr lang="en-US" smtClean="0">
                <a:solidFill>
                  <a:schemeClr val="tx1">
                    <a:tint val="75000"/>
                  </a:schemeClr>
                </a:solidFill>
                <a:cs typeface="+mn-cs"/>
              </a:rPr>
              <a:pPr algn="r"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tint val="75000"/>
                </a:scheme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496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4A3FD6-E6BF-490E-B6B4-6A011394B0EB}">
  <ds:schemaRefs>
    <ds:schemaRef ds:uri="230e9df3-be65-4c73-a93b-d1236ebd677e"/>
    <ds:schemaRef ds:uri="http://schemas.microsoft.com/sharepoint/v3"/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71af3243-3dd4-4a8d-8c0d-dd76da1f02a5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10</TotalTime>
  <Words>201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Arial,Sans-Serif</vt:lpstr>
      <vt:lpstr>Calibri</vt:lpstr>
      <vt:lpstr>Calibri Light</vt:lpstr>
      <vt:lpstr>Courier New</vt:lpstr>
      <vt:lpstr>Segoe UI</vt:lpstr>
      <vt:lpstr>Segoe UI Light</vt:lpstr>
      <vt:lpstr>Tw Cen MT</vt:lpstr>
      <vt:lpstr>Office Theme</vt:lpstr>
      <vt:lpstr>ROAD SIGN RECOGNITION USING CNN</vt:lpstr>
      <vt:lpstr>Project overview</vt:lpstr>
      <vt:lpstr>PROJECT WORKFLOW</vt:lpstr>
      <vt:lpstr>DATA COLLECTION</vt:lpstr>
      <vt:lpstr>CNN ARCHITECTURE</vt:lpstr>
      <vt:lpstr>CNN LAYERS</vt:lpstr>
      <vt:lpstr>DATA Spitting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Hridhya Haridas</dc:creator>
  <cp:lastModifiedBy>Hridhya Haridas</cp:lastModifiedBy>
  <cp:revision>241</cp:revision>
  <dcterms:created xsi:type="dcterms:W3CDTF">2025-11-27T15:49:18Z</dcterms:created>
  <dcterms:modified xsi:type="dcterms:W3CDTF">2025-11-27T16:52:17Z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